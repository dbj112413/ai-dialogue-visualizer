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42172-79F7-4B94-9173-FF90C7648943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7A441-7FB3-4068-8BE0-B061223671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05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42172-79F7-4B94-9173-FF90C7648943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7A441-7FB3-4068-8BE0-B061223671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428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7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5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9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3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14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1. Project 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4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9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9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0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48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1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082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2. Workflow </a:t>
            </a:r>
            <a:r>
              <a:rPr lang="en-US" altLang="zh-TW" sz="4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</a:t>
            </a:r>
            <a:r>
              <a:rPr lang="zh-TW" altLang="en-US" sz="3100" smtClean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zh-TW" sz="31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</a:t>
            </a:r>
            <a:endParaRPr lang="zh-TW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05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3. 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1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13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 1. Project introduction</vt:lpstr>
      <vt:lpstr> 1. Project introduction</vt:lpstr>
      <vt:lpstr> 1. Project introduction</vt:lpstr>
      <vt:lpstr> 1. Project introduction</vt:lpstr>
      <vt:lpstr> 1. Project introduction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2. Workflow | Transformer → Dimension Reduction → Visualized</vt:lpstr>
      <vt:lpstr> 3.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</dc:creator>
  <cp:lastModifiedBy>C</cp:lastModifiedBy>
  <cp:revision>1</cp:revision>
  <dcterms:created xsi:type="dcterms:W3CDTF">2025-12-24T09:19:46Z</dcterms:created>
  <dcterms:modified xsi:type="dcterms:W3CDTF">2025-12-24T09:19:46Z</dcterms:modified>
</cp:coreProperties>
</file>